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5" r:id="rId6"/>
    <p:sldMasterId id="2147483678" r:id="rId7"/>
  </p:sldMasterIdLst>
  <p:notesMasterIdLst>
    <p:notesMasterId r:id="rId8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</p:sldIdLst>
  <p:sldSz cy="5143500" cx="9144000"/>
  <p:notesSz cx="6858000" cy="9144000"/>
  <p:embeddedFontLst>
    <p:embeddedFont>
      <p:font typeface="Roboto"/>
      <p:regular r:id="rId21"/>
      <p:bold r:id="rId22"/>
      <p:italic r:id="rId23"/>
      <p:boldItalic r:id="rId24"/>
    </p:embeddedFont>
    <p:embeddedFont>
      <p:font typeface="Fira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29" roundtripDataSignature="AMtx7mjoaJOlAndCKfU27O1IpCCpJB54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0AE9D5-E0E9-4751-A31D-C17EEE49CFF5}">
  <a:tblStyle styleId="{DD0AE9D5-E0E9-4751-A31D-C17EEE49CFF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2.xml"/><Relationship Id="rId22" Type="http://schemas.openxmlformats.org/officeDocument/2006/relationships/font" Target="fonts/Roboto-bold.fntdata"/><Relationship Id="rId21" Type="http://schemas.openxmlformats.org/officeDocument/2006/relationships/font" Target="fonts/Roboto-regular.fntdata"/><Relationship Id="rId24" Type="http://schemas.openxmlformats.org/officeDocument/2006/relationships/font" Target="fonts/Roboto-boldItalic.fntdata"/><Relationship Id="rId23" Type="http://schemas.openxmlformats.org/officeDocument/2006/relationships/font" Target="fonts/Roboto-italic.fntdata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1.xml"/><Relationship Id="rId26" Type="http://schemas.openxmlformats.org/officeDocument/2006/relationships/font" Target="fonts/FiraSans-bold.fntdata"/><Relationship Id="rId25" Type="http://schemas.openxmlformats.org/officeDocument/2006/relationships/font" Target="fonts/FiraSans-regular.fntdata"/><Relationship Id="rId28" Type="http://schemas.openxmlformats.org/officeDocument/2006/relationships/font" Target="fonts/FiraSans-boldItalic.fntdata"/><Relationship Id="rId27" Type="http://schemas.openxmlformats.org/officeDocument/2006/relationships/font" Target="fonts/FiraSans-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customschemas.google.com/relationships/presentationmetadata" Target="metadata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5" Type="http://schemas.openxmlformats.org/officeDocument/2006/relationships/slide" Target="slides/slide7.xml"/><Relationship Id="rId14" Type="http://schemas.openxmlformats.org/officeDocument/2006/relationships/slide" Target="slides/slide6.xml"/><Relationship Id="rId17" Type="http://schemas.openxmlformats.org/officeDocument/2006/relationships/slide" Target="slides/slide9.xml"/><Relationship Id="rId16" Type="http://schemas.openxmlformats.org/officeDocument/2006/relationships/slide" Target="slides/slide8.xml"/><Relationship Id="rId19" Type="http://schemas.openxmlformats.org/officeDocument/2006/relationships/slide" Target="slides/slide11.xml"/><Relationship Id="rId18" Type="http://schemas.openxmlformats.org/officeDocument/2006/relationships/slide" Target="slides/slide1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/>
              <a:t>Instructor should write their name here.</a:t>
            </a:r>
            <a:endParaRPr/>
          </a:p>
          <a:p>
            <a:pPr indent="-171450" lvl="0" marL="1714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"/>
              <a:t>Give a quick intro about yourself.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9" name="Google Shape;27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2" name="Google Shape;3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2143125" y="685800"/>
            <a:ext cx="25717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rebuchet MS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Calibri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Calibri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Calibri"/>
              <a:buNone/>
              <a:defRPr sz="1200"/>
            </a:lvl9pPr>
          </a:lstStyle>
          <a:p/>
        </p:txBody>
      </p:sp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9"/>
          <p:cNvSpPr txBox="1"/>
          <p:nvPr>
            <p:ph type="ctrTitle"/>
          </p:nvPr>
        </p:nvSpPr>
        <p:spPr>
          <a:xfrm>
            <a:off x="384725" y="503825"/>
            <a:ext cx="8374551" cy="430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800">
                <a:solidFill>
                  <a:srgbClr val="3895D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19"/>
          <p:cNvSpPr txBox="1"/>
          <p:nvPr>
            <p:ph idx="1" type="subTitle"/>
          </p:nvPr>
        </p:nvSpPr>
        <p:spPr>
          <a:xfrm>
            <a:off x="375575" y="3783776"/>
            <a:ext cx="8392851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19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 txBox="1"/>
          <p:nvPr>
            <p:ph type="title"/>
          </p:nvPr>
        </p:nvSpPr>
        <p:spPr>
          <a:xfrm>
            <a:off x="554748" y="1580452"/>
            <a:ext cx="8034502" cy="64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4200">
                <a:solidFill>
                  <a:srgbClr val="3895D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0"/>
          <p:cNvSpPr txBox="1"/>
          <p:nvPr>
            <p:ph idx="1" type="body"/>
          </p:nvPr>
        </p:nvSpPr>
        <p:spPr>
          <a:xfrm>
            <a:off x="2544844" y="1130272"/>
            <a:ext cx="5534025" cy="4001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26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Google Shape;28;p20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1"/>
          <p:cNvSpPr txBox="1"/>
          <p:nvPr>
            <p:ph type="title"/>
          </p:nvPr>
        </p:nvSpPr>
        <p:spPr>
          <a:xfrm>
            <a:off x="554748" y="1580452"/>
            <a:ext cx="8034502" cy="64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4200">
                <a:solidFill>
                  <a:srgbClr val="3895D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1"/>
          <p:cNvSpPr txBox="1"/>
          <p:nvPr>
            <p:ph idx="1" type="body"/>
          </p:nvPr>
        </p:nvSpPr>
        <p:spPr>
          <a:xfrm>
            <a:off x="457200" y="1183005"/>
            <a:ext cx="397764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Google Shape;34;p21"/>
          <p:cNvSpPr txBox="1"/>
          <p:nvPr>
            <p:ph idx="2" type="body"/>
          </p:nvPr>
        </p:nvSpPr>
        <p:spPr>
          <a:xfrm>
            <a:off x="4709160" y="1183005"/>
            <a:ext cx="3977640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2"/>
          <p:cNvSpPr txBox="1"/>
          <p:nvPr>
            <p:ph type="title"/>
          </p:nvPr>
        </p:nvSpPr>
        <p:spPr>
          <a:xfrm>
            <a:off x="554748" y="1580452"/>
            <a:ext cx="8034502" cy="6463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4200">
                <a:solidFill>
                  <a:srgbClr val="3895D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1" name="Google Shape;41;p22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3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63933" y="4703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3"/>
          <p:cNvSpPr txBox="1"/>
          <p:nvPr>
            <p:ph idx="12" type="sldNum"/>
          </p:nvPr>
        </p:nvSpPr>
        <p:spPr>
          <a:xfrm>
            <a:off x="37334" y="47339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4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54"/>
          <p:cNvSpPr txBox="1"/>
          <p:nvPr>
            <p:ph idx="12" type="sldNum"/>
          </p:nvPr>
        </p:nvSpPr>
        <p:spPr>
          <a:xfrm>
            <a:off x="9" y="474990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5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p5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p5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6"/>
          <p:cNvSpPr txBox="1"/>
          <p:nvPr>
            <p:ph type="ctrTitle"/>
          </p:nvPr>
        </p:nvSpPr>
        <p:spPr>
          <a:xfrm>
            <a:off x="706650" y="411425"/>
            <a:ext cx="7730700" cy="1287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68" name="Google Shape;68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1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6"/>
          <p:cNvSpPr txBox="1"/>
          <p:nvPr/>
        </p:nvSpPr>
        <p:spPr>
          <a:xfrm>
            <a:off x="1512950" y="3755800"/>
            <a:ext cx="6330300" cy="90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57"/>
          <p:cNvSpPr txBox="1"/>
          <p:nvPr/>
        </p:nvSpPr>
        <p:spPr>
          <a:xfrm>
            <a:off x="1132350" y="2061225"/>
            <a:ext cx="6879300" cy="9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73" name="Google Shape;73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8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6" name="Google Shape;76;p5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9"/>
          <p:cNvSpPr txBox="1"/>
          <p:nvPr>
            <p:ph type="title"/>
          </p:nvPr>
        </p:nvSpPr>
        <p:spPr>
          <a:xfrm>
            <a:off x="311700" y="1592700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9" name="Google Shape;79;p59"/>
          <p:cNvSpPr txBox="1"/>
          <p:nvPr>
            <p:ph idx="1" type="subTitle"/>
          </p:nvPr>
        </p:nvSpPr>
        <p:spPr>
          <a:xfrm>
            <a:off x="2096875" y="3649625"/>
            <a:ext cx="4923600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5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0"/>
          <p:cNvSpPr txBox="1"/>
          <p:nvPr>
            <p:ph type="title"/>
          </p:nvPr>
        </p:nvSpPr>
        <p:spPr>
          <a:xfrm>
            <a:off x="311700" y="398275"/>
            <a:ext cx="8520600" cy="19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3" name="Google Shape;83;p6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1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86" name="Google Shape;86;p61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7" name="Google Shape;87;p61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88" name="Google Shape;88;p6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62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1" name="Google Shape;91;p62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2" name="Google Shape;92;p6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3"/>
          <p:cNvSpPr/>
          <p:nvPr/>
        </p:nvSpPr>
        <p:spPr>
          <a:xfrm>
            <a:off x="0" y="0"/>
            <a:ext cx="2309100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3921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5" name="Google Shape;95;p63"/>
          <p:cNvSpPr txBox="1"/>
          <p:nvPr>
            <p:ph idx="1" type="subTitle"/>
          </p:nvPr>
        </p:nvSpPr>
        <p:spPr>
          <a:xfrm>
            <a:off x="238800" y="477750"/>
            <a:ext cx="1831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6" name="Google Shape;96;p63"/>
          <p:cNvSpPr txBox="1"/>
          <p:nvPr>
            <p:ph idx="2" type="body"/>
          </p:nvPr>
        </p:nvSpPr>
        <p:spPr>
          <a:xfrm>
            <a:off x="2471825" y="477750"/>
            <a:ext cx="5700000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97" name="Google Shape;97;p6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64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4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1" name="Google Shape;101;p6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2" name="Google Shape;102;p6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3" name="Google Shape;103;p64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5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5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6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09" name="Google Shape;109;p6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10" name="Google Shape;110;p65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11" name="Google Shape;111;p6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6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6"/>
          <p:cNvSpPr txBox="1"/>
          <p:nvPr>
            <p:ph type="title"/>
          </p:nvPr>
        </p:nvSpPr>
        <p:spPr>
          <a:xfrm>
            <a:off x="31170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5" name="Google Shape;115;p6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16" name="Google Shape;116;p6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17" name="Google Shape;117;p66"/>
          <p:cNvSpPr txBox="1"/>
          <p:nvPr>
            <p:ph idx="3" type="title"/>
          </p:nvPr>
        </p:nvSpPr>
        <p:spPr>
          <a:xfrm>
            <a:off x="4870950" y="285775"/>
            <a:ext cx="3999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" name="Google Shape;118;p6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67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67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" name="Google Shape;122;p67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8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6" name="Google Shape;126;p68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127" name="Google Shape;127;p68"/>
          <p:cNvSpPr/>
          <p:nvPr/>
        </p:nvSpPr>
        <p:spPr>
          <a:xfrm>
            <a:off x="3795750" y="2040900"/>
            <a:ext cx="1552500" cy="10617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6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1"/>
          <p:cNvSpPr txBox="1"/>
          <p:nvPr>
            <p:ph idx="12" type="sldNum"/>
          </p:nvPr>
        </p:nvSpPr>
        <p:spPr>
          <a:xfrm>
            <a:off x="62459" y="47079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7" name="Google Shape;137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8" name="Google Shape;138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1" name="Google Shape;141;p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2" name="Google Shape;142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Centered)" type="secHead">
  <p:cSld name="SECTION_HEADER">
    <p:bg>
      <p:bgPr>
        <a:solidFill>
          <a:srgbClr val="32415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8"/>
          <p:cNvSpPr txBox="1"/>
          <p:nvPr>
            <p:ph type="title"/>
          </p:nvPr>
        </p:nvSpPr>
        <p:spPr>
          <a:xfrm>
            <a:off x="311700" y="1592700"/>
            <a:ext cx="8520525" cy="195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324158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>
            <p:ph type="ctrTitle"/>
          </p:nvPr>
        </p:nvSpPr>
        <p:spPr>
          <a:xfrm>
            <a:off x="706650" y="411425"/>
            <a:ext cx="7730775" cy="128722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Fira Sans"/>
              <a:buNone/>
              <a:defRPr b="1" sz="60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pic>
        <p:nvPicPr>
          <p:cNvPr id="153" name="Google Shape;153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00600" y="1858950"/>
            <a:ext cx="6542800" cy="142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4"/>
          <p:cNvSpPr txBox="1"/>
          <p:nvPr/>
        </p:nvSpPr>
        <p:spPr>
          <a:xfrm>
            <a:off x="1512950" y="3755800"/>
            <a:ext cx="6330375" cy="9074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4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White)" type="blank">
  <p:cSld name="BLANK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●"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Fira Sans"/>
              <a:buChar char="○"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Fira Sans"/>
              <a:buChar char="■"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1" name="Google Shape;161;p26"/>
          <p:cNvSpPr txBox="1"/>
          <p:nvPr>
            <p:ph idx="12" type="sldNum"/>
          </p:nvPr>
        </p:nvSpPr>
        <p:spPr>
          <a:xfrm>
            <a:off x="63933" y="47036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359280" y="4616206"/>
            <a:ext cx="1700201" cy="48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Black text)" type="tx">
  <p:cSld name="TITLE_AND_BODY"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/>
          <p:nvPr/>
        </p:nvSpPr>
        <p:spPr>
          <a:xfrm>
            <a:off x="0" y="0"/>
            <a:ext cx="2309175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176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65" name="Google Shape;165;p27"/>
          <p:cNvSpPr txBox="1"/>
          <p:nvPr>
            <p:ph idx="1" type="subTitle"/>
          </p:nvPr>
        </p:nvSpPr>
        <p:spPr>
          <a:xfrm>
            <a:off x="238800" y="477750"/>
            <a:ext cx="18315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6" name="Google Shape;166;p27"/>
          <p:cNvSpPr txBox="1"/>
          <p:nvPr>
            <p:ph idx="2" type="body"/>
          </p:nvPr>
        </p:nvSpPr>
        <p:spPr>
          <a:xfrm>
            <a:off x="2471825" y="477750"/>
            <a:ext cx="5699925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67" name="Google Shape;167;p27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6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8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70" name="Google Shape;170;p28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71" name="Google Shape;171;p28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 type="obj">
  <p:cSld name="OBJEC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9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4" name="Google Shape;174;p29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5" name="Google Shape;175;p29"/>
          <p:cNvSpPr txBox="1"/>
          <p:nvPr>
            <p:ph idx="10" type="dt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6" name="Google Shape;176;p29"/>
          <p:cNvSpPr txBox="1"/>
          <p:nvPr>
            <p:ph idx="11" type="ftr"/>
          </p:nvPr>
        </p:nvSpPr>
        <p:spPr>
          <a:xfrm>
            <a:off x="0" y="0"/>
            <a:ext cx="2250000" cy="22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7" name="Google Shape;177;p29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5"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0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0" name="Google Shape;180;p30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1" name="Google Shape;181;p30"/>
          <p:cNvSpPr txBox="1"/>
          <p:nvPr>
            <p:ph idx="12" type="sldNum"/>
          </p:nvPr>
        </p:nvSpPr>
        <p:spPr>
          <a:xfrm>
            <a:off x="-1" y="4703625"/>
            <a:ext cx="4545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Light Blue)">
  <p:cSld name="BLANK_1_1">
    <p:bg>
      <p:bgPr>
        <a:solidFill>
          <a:srgbClr val="3896D2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2"/>
          <p:cNvSpPr txBox="1"/>
          <p:nvPr>
            <p:ph type="title"/>
          </p:nvPr>
        </p:nvSpPr>
        <p:spPr>
          <a:xfrm>
            <a:off x="720924" y="92924"/>
            <a:ext cx="7702200" cy="258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i="0" sz="16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86" name="Google Shape;186;p32"/>
          <p:cNvSpPr txBox="1"/>
          <p:nvPr>
            <p:ph idx="1" type="body"/>
          </p:nvPr>
        </p:nvSpPr>
        <p:spPr>
          <a:xfrm>
            <a:off x="887234" y="1030859"/>
            <a:ext cx="7369425" cy="2899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0" i="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2"/>
          <p:cNvSpPr txBox="1"/>
          <p:nvPr>
            <p:ph idx="11" type="ftr"/>
          </p:nvPr>
        </p:nvSpPr>
        <p:spPr>
          <a:xfrm>
            <a:off x="3108960" y="4783455"/>
            <a:ext cx="292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8" name="Google Shape;188;p32"/>
          <p:cNvSpPr txBox="1"/>
          <p:nvPr>
            <p:ph idx="10" type="dt"/>
          </p:nvPr>
        </p:nvSpPr>
        <p:spPr>
          <a:xfrm>
            <a:off x="457200" y="4783455"/>
            <a:ext cx="2103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9" name="Google Shape;189;p32"/>
          <p:cNvSpPr txBox="1"/>
          <p:nvPr>
            <p:ph idx="12" type="sldNum"/>
          </p:nvPr>
        </p:nvSpPr>
        <p:spPr>
          <a:xfrm>
            <a:off x="6583680" y="4783455"/>
            <a:ext cx="2103075" cy="15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idx="11" type="ftr"/>
          </p:nvPr>
        </p:nvSpPr>
        <p:spPr>
          <a:xfrm>
            <a:off x="3108960" y="4783455"/>
            <a:ext cx="29261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2" name="Google Shape;192;p33"/>
          <p:cNvSpPr txBox="1"/>
          <p:nvPr>
            <p:ph idx="10" type="dt"/>
          </p:nvPr>
        </p:nvSpPr>
        <p:spPr>
          <a:xfrm>
            <a:off x="457200" y="4783455"/>
            <a:ext cx="2103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3" name="Google Shape;193;p33"/>
          <p:cNvSpPr txBox="1"/>
          <p:nvPr>
            <p:ph idx="12" type="sldNum"/>
          </p:nvPr>
        </p:nvSpPr>
        <p:spPr>
          <a:xfrm>
            <a:off x="6583680" y="4783455"/>
            <a:ext cx="2103075" cy="150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4"/>
          <p:cNvSpPr txBox="1"/>
          <p:nvPr>
            <p:ph type="title"/>
          </p:nvPr>
        </p:nvSpPr>
        <p:spPr>
          <a:xfrm>
            <a:off x="628650" y="273844"/>
            <a:ext cx="7886700" cy="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6" name="Google Shape;196;p34"/>
          <p:cNvSpPr txBox="1"/>
          <p:nvPr>
            <p:ph idx="10" type="dt"/>
          </p:nvPr>
        </p:nvSpPr>
        <p:spPr>
          <a:xfrm>
            <a:off x="6286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7" name="Google Shape;197;p34"/>
          <p:cNvSpPr txBox="1"/>
          <p:nvPr>
            <p:ph idx="11" type="ftr"/>
          </p:nvPr>
        </p:nvSpPr>
        <p:spPr>
          <a:xfrm>
            <a:off x="3028950" y="4767263"/>
            <a:ext cx="30861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8" name="Google Shape;198;p34"/>
          <p:cNvSpPr txBox="1"/>
          <p:nvPr>
            <p:ph idx="12" type="sldNum"/>
          </p:nvPr>
        </p:nvSpPr>
        <p:spPr>
          <a:xfrm>
            <a:off x="6457950" y="4767263"/>
            <a:ext cx="2057400" cy="2738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SECTION_HEADER_3">
    <p:bg>
      <p:bgPr>
        <a:solidFill>
          <a:srgbClr val="324158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5"/>
          <p:cNvSpPr txBox="1"/>
          <p:nvPr/>
        </p:nvSpPr>
        <p:spPr>
          <a:xfrm>
            <a:off x="1132350" y="2061225"/>
            <a:ext cx="6879375" cy="9699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" sz="6000" u="none" cap="none" strike="noStrike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rPr>
              <a:t>Thank You!</a:t>
            </a:r>
            <a:endParaRPr b="1" i="0" sz="6000" u="none" cap="none" strike="noStrike">
              <a:solidFill>
                <a:schemeClr val="l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01" name="Google Shape;201;p35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(White/Light Blue)(Centered)">
  <p:cSld name="SECTION_HEADER_2">
    <p:bg>
      <p:bgPr>
        <a:solidFill>
          <a:schemeClr val="lt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1592700"/>
            <a:ext cx="8520525" cy="195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4" name="Google Shape;204;p36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&amp; Minimal Text (Centered)">
  <p:cSld name="SECTION_HEADER_2_1"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7"/>
          <p:cNvSpPr txBox="1"/>
          <p:nvPr>
            <p:ph type="title"/>
          </p:nvPr>
        </p:nvSpPr>
        <p:spPr>
          <a:xfrm>
            <a:off x="311700" y="1592700"/>
            <a:ext cx="8520525" cy="195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6000"/>
              <a:buFont typeface="Fira Sans"/>
              <a:buNone/>
              <a:defRPr b="1" sz="60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37"/>
          <p:cNvSpPr txBox="1"/>
          <p:nvPr>
            <p:ph idx="1" type="subTitle"/>
          </p:nvPr>
        </p:nvSpPr>
        <p:spPr>
          <a:xfrm>
            <a:off x="2096875" y="3649625"/>
            <a:ext cx="4923675" cy="47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37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/Title (Top)">
  <p:cSld name="SECTION_HEADER_1">
    <p:bg>
      <p:bgPr>
        <a:solidFill>
          <a:srgbClr val="324158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8"/>
          <p:cNvSpPr txBox="1"/>
          <p:nvPr>
            <p:ph type="title"/>
          </p:nvPr>
        </p:nvSpPr>
        <p:spPr>
          <a:xfrm>
            <a:off x="311700" y="398275"/>
            <a:ext cx="8520525" cy="19581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Font typeface="Fira Sans"/>
              <a:buNone/>
              <a:defRPr b="1" sz="60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1" name="Google Shape;211;p38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lank (1 column) ">
  <p:cSld name="TITLE_AND_BODY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/>
          <p:nvPr/>
        </p:nvSpPr>
        <p:spPr>
          <a:xfrm>
            <a:off x="0" y="0"/>
            <a:ext cx="2309175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96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4" name="Google Shape;214;p39"/>
          <p:cNvSpPr txBox="1"/>
          <p:nvPr>
            <p:ph idx="1" type="subTitle"/>
          </p:nvPr>
        </p:nvSpPr>
        <p:spPr>
          <a:xfrm>
            <a:off x="238800" y="477750"/>
            <a:ext cx="18315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15" name="Google Shape;215;p39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1 column) (Light Blue text)">
  <p:cSld name="TITLE_AND_BODY_1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0"/>
          <p:cNvSpPr/>
          <p:nvPr/>
        </p:nvSpPr>
        <p:spPr>
          <a:xfrm>
            <a:off x="0" y="0"/>
            <a:ext cx="2309175" cy="5143500"/>
          </a:xfrm>
          <a:prstGeom prst="rect">
            <a:avLst/>
          </a:prstGeom>
          <a:solidFill>
            <a:srgbClr val="3896D2"/>
          </a:solidFill>
          <a:ln>
            <a:noFill/>
          </a:ln>
          <a:effectLst>
            <a:outerShdw blurRad="38100" rotWithShape="0" dir="5400000" dist="25400">
              <a:srgbClr val="000000">
                <a:alpha val="4196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i="0" sz="24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18" name="Google Shape;218;p40"/>
          <p:cNvSpPr txBox="1"/>
          <p:nvPr>
            <p:ph idx="1" type="subTitle"/>
          </p:nvPr>
        </p:nvSpPr>
        <p:spPr>
          <a:xfrm>
            <a:off x="238800" y="477750"/>
            <a:ext cx="1831500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 sz="28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19" name="Google Shape;219;p40"/>
          <p:cNvSpPr txBox="1"/>
          <p:nvPr>
            <p:ph idx="2" type="body"/>
          </p:nvPr>
        </p:nvSpPr>
        <p:spPr>
          <a:xfrm>
            <a:off x="2471825" y="477750"/>
            <a:ext cx="5699925" cy="43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0" name="Google Shape;220;p40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" type="twoColTx">
  <p:cSld name="TITLE_AND_TWO_COLUMNS">
    <p:bg>
      <p:bgPr>
        <a:solidFill>
          <a:schemeClr val="lt1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1"/>
          <p:cNvSpPr txBox="1"/>
          <p:nvPr>
            <p:ph type="title"/>
          </p:nvPr>
        </p:nvSpPr>
        <p:spPr>
          <a:xfrm>
            <a:off x="31170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4" name="Google Shape;224;p41"/>
          <p:cNvSpPr txBox="1"/>
          <p:nvPr>
            <p:ph idx="1" type="body"/>
          </p:nvPr>
        </p:nvSpPr>
        <p:spPr>
          <a:xfrm>
            <a:off x="3117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●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Fira Sans"/>
              <a:buChar char="○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2600"/>
              <a:buFont typeface="Fira Sans"/>
              <a:buChar char="■"/>
              <a:defRPr sz="2600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5" name="Google Shape;225;p41"/>
          <p:cNvSpPr txBox="1"/>
          <p:nvPr>
            <p:ph idx="2" type="body"/>
          </p:nvPr>
        </p:nvSpPr>
        <p:spPr>
          <a:xfrm>
            <a:off x="48324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26" name="Google Shape;226;p41"/>
          <p:cNvSpPr txBox="1"/>
          <p:nvPr>
            <p:ph idx="3" type="title"/>
          </p:nvPr>
        </p:nvSpPr>
        <p:spPr>
          <a:xfrm>
            <a:off x="487095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7" name="Google Shape;227;p41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Sides Flipped)">
  <p:cSld name="TITLE_AND_TWO_COLUMNS_2">
    <p:bg>
      <p:bgPr>
        <a:solidFill>
          <a:schemeClr val="lt1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2"/>
          <p:cNvSpPr/>
          <p:nvPr/>
        </p:nvSpPr>
        <p:spPr>
          <a:xfrm>
            <a:off x="4584900" y="0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42"/>
          <p:cNvSpPr txBox="1"/>
          <p:nvPr>
            <p:ph type="title"/>
          </p:nvPr>
        </p:nvSpPr>
        <p:spPr>
          <a:xfrm>
            <a:off x="31170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1" name="Google Shape;231;p42"/>
          <p:cNvSpPr txBox="1"/>
          <p:nvPr>
            <p:ph idx="1" type="body"/>
          </p:nvPr>
        </p:nvSpPr>
        <p:spPr>
          <a:xfrm>
            <a:off x="3117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●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3896D2"/>
              </a:buClr>
              <a:buSzPts val="2600"/>
              <a:buFont typeface="Fira Sans"/>
              <a:buChar char="○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3896D2"/>
              </a:buClr>
              <a:buSzPts val="2600"/>
              <a:buFont typeface="Fira Sans"/>
              <a:buChar char="■"/>
              <a:defRPr sz="26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2" type="body"/>
          </p:nvPr>
        </p:nvSpPr>
        <p:spPr>
          <a:xfrm>
            <a:off x="48324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●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Fira Sans"/>
              <a:buChar char="○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2600"/>
              <a:buFont typeface="Fira Sans"/>
              <a:buChar char="■"/>
              <a:defRPr sz="26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3" type="title"/>
          </p:nvPr>
        </p:nvSpPr>
        <p:spPr>
          <a:xfrm>
            <a:off x="487095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Fira Sans"/>
              <a:buNone/>
              <a:defRPr sz="3200"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Sans"/>
              <a:buNone/>
              <a:defRPr>
                <a:solidFill>
                  <a:schemeClr val="lt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s (Light Blue/White) (Black Text)">
  <p:cSld name="TITLE_AND_TWO_COLUMNS_1">
    <p:bg>
      <p:bgPr>
        <a:solidFill>
          <a:schemeClr val="lt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3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3896D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43"/>
          <p:cNvSpPr txBox="1"/>
          <p:nvPr>
            <p:ph type="title"/>
          </p:nvPr>
        </p:nvSpPr>
        <p:spPr>
          <a:xfrm>
            <a:off x="31170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Fira Sans"/>
              <a:buNone/>
              <a:defRPr sz="32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43"/>
          <p:cNvSpPr txBox="1"/>
          <p:nvPr>
            <p:ph idx="1" type="body"/>
          </p:nvPr>
        </p:nvSpPr>
        <p:spPr>
          <a:xfrm>
            <a:off x="3117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●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Fira Sans"/>
              <a:buChar char="○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000000"/>
              </a:buClr>
              <a:buSzPts val="2600"/>
              <a:buFont typeface="Fira Sans"/>
              <a:buChar char="■"/>
              <a:defRPr sz="2600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39" name="Google Shape;239;p43"/>
          <p:cNvSpPr txBox="1"/>
          <p:nvPr>
            <p:ph idx="2" type="body"/>
          </p:nvPr>
        </p:nvSpPr>
        <p:spPr>
          <a:xfrm>
            <a:off x="4832400" y="1152475"/>
            <a:ext cx="39998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937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937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937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937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937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937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937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●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937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ira Sans"/>
              <a:buChar char="○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937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600"/>
              <a:buFont typeface="Fira Sans"/>
              <a:buChar char="■"/>
              <a:defRPr sz="26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40" name="Google Shape;240;p43"/>
          <p:cNvSpPr txBox="1"/>
          <p:nvPr>
            <p:ph idx="3" type="title"/>
          </p:nvPr>
        </p:nvSpPr>
        <p:spPr>
          <a:xfrm>
            <a:off x="4870950" y="285775"/>
            <a:ext cx="39998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Font typeface="Fira Sans"/>
              <a:buNone/>
              <a:defRPr sz="3200"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1" name="Google Shape;241;p43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Light Blue Text)">
  <p:cSld name="TITLE_AND_TWO_COLUMNS_1_1">
    <p:bg>
      <p:bgPr>
        <a:solidFill>
          <a:schemeClr val="lt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4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4" name="Google Shape;244;p44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5" name="Google Shape;245;p44"/>
          <p:cNvSpPr/>
          <p:nvPr/>
        </p:nvSpPr>
        <p:spPr>
          <a:xfrm>
            <a:off x="3795750" y="2040900"/>
            <a:ext cx="1552500" cy="10617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44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with Arrow (Black Text)">
  <p:cSld name="TITLE_AND_TWO_COLUMNS_1_1_1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5"/>
          <p:cNvSpPr txBox="1"/>
          <p:nvPr>
            <p:ph type="title"/>
          </p:nvPr>
        </p:nvSpPr>
        <p:spPr>
          <a:xfrm>
            <a:off x="23925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9" name="Google Shape;249;p45"/>
          <p:cNvSpPr txBox="1"/>
          <p:nvPr>
            <p:ph idx="2" type="title"/>
          </p:nvPr>
        </p:nvSpPr>
        <p:spPr>
          <a:xfrm>
            <a:off x="5646400" y="1832850"/>
            <a:ext cx="3264300" cy="14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3200"/>
              <a:buFont typeface="Fira Sans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None/>
              <a:defRPr>
                <a:solidFill>
                  <a:srgbClr val="3896D2"/>
                </a:solidFill>
              </a:defRPr>
            </a:lvl9pPr>
          </a:lstStyle>
          <a:p/>
        </p:txBody>
      </p:sp>
      <p:sp>
        <p:nvSpPr>
          <p:cNvPr id="250" name="Google Shape;250;p45"/>
          <p:cNvSpPr/>
          <p:nvPr/>
        </p:nvSpPr>
        <p:spPr>
          <a:xfrm>
            <a:off x="3795750" y="2040900"/>
            <a:ext cx="1552500" cy="1061775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324158"/>
          </a:solidFill>
          <a:ln cap="flat" cmpd="sng" w="9525">
            <a:solidFill>
              <a:srgbClr val="32415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45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Faded White)">
  <p:cSld name="BLANK_2">
    <p:bg>
      <p:bgPr>
        <a:solidFill>
          <a:srgbClr val="F0F3F6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(Navy Blue)">
  <p:cSld name="BLANK_1">
    <p:bg>
      <p:bgPr>
        <a:solidFill>
          <a:srgbClr val="324158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8"/>
          <p:cNvSpPr txBox="1"/>
          <p:nvPr>
            <p:ph type="ctrTitle"/>
          </p:nvPr>
        </p:nvSpPr>
        <p:spPr>
          <a:xfrm>
            <a:off x="311708" y="744575"/>
            <a:ext cx="8520525" cy="20526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ra Sans"/>
              <a:buNone/>
              <a:defRPr sz="52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8" name="Google Shape;258;p48"/>
          <p:cNvSpPr txBox="1"/>
          <p:nvPr>
            <p:ph idx="1" type="subTitle"/>
          </p:nvPr>
        </p:nvSpPr>
        <p:spPr>
          <a:xfrm>
            <a:off x="311700" y="2834125"/>
            <a:ext cx="8520525" cy="79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"/>
              <a:buNone/>
              <a:defRPr sz="2800">
                <a:latin typeface="Fira Sans"/>
                <a:ea typeface="Fira Sans"/>
                <a:cs typeface="Fira Sans"/>
                <a:sym typeface="Fir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59" name="Google Shape;259;p48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9"/>
          <p:cNvSpPr txBox="1"/>
          <p:nvPr>
            <p:ph type="ctrTitle"/>
          </p:nvPr>
        </p:nvSpPr>
        <p:spPr>
          <a:xfrm>
            <a:off x="311708" y="744575"/>
            <a:ext cx="8520525" cy="205267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2" name="Google Shape;262;p49"/>
          <p:cNvSpPr txBox="1"/>
          <p:nvPr>
            <p:ph idx="1" type="subTitle"/>
          </p:nvPr>
        </p:nvSpPr>
        <p:spPr>
          <a:xfrm>
            <a:off x="311700" y="2834125"/>
            <a:ext cx="8520525" cy="792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3" name="Google Shape;263;p49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2">
  <p:cSld name="TITLE_AND_BODY_7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50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66" name="Google Shape;266;p50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67" name="Google Shape;267;p50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3">
  <p:cSld name="TITLE_AND_BODY_8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1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b="1" sz="32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0" name="Google Shape;270;p51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Fira Sans"/>
              <a:buAutoNum type="arabicPeriod"/>
              <a:defRPr sz="2000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rabi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ira Sans"/>
              <a:buAutoNum type="alpha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Fira Sans"/>
              <a:buAutoNum type="romanLcPeriod"/>
              <a:defRPr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271" name="Google Shape;271;p51"/>
          <p:cNvSpPr txBox="1"/>
          <p:nvPr>
            <p:ph idx="12" type="sldNum"/>
          </p:nvPr>
        </p:nvSpPr>
        <p:spPr>
          <a:xfrm>
            <a:off x="8595300" y="10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4">
  <p:cSld name="TITLE_AND_BODY_9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52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4" name="Google Shape;274;p52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75" name="Google Shape;275;p52"/>
          <p:cNvSpPr txBox="1"/>
          <p:nvPr>
            <p:ph idx="12" type="sldNum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26.xml"/><Relationship Id="rId13" Type="http://schemas.openxmlformats.org/officeDocument/2006/relationships/slideLayout" Target="../slideLayouts/slideLayout18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8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19.xml"/><Relationship Id="rId17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24.xml"/><Relationship Id="rId6" Type="http://schemas.openxmlformats.org/officeDocument/2006/relationships/slideLayout" Target="../slideLayouts/slideLayout11.xml"/><Relationship Id="rId18" Type="http://schemas.openxmlformats.org/officeDocument/2006/relationships/slideLayout" Target="../slideLayouts/slideLayout23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/Relationships>
</file>

<file path=ppt/slideMasters/_rels/slideMaster3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49.xml"/><Relationship Id="rId21" Type="http://schemas.openxmlformats.org/officeDocument/2006/relationships/slideLayout" Target="../slideLayouts/slideLayout48.xml"/><Relationship Id="rId24" Type="http://schemas.openxmlformats.org/officeDocument/2006/relationships/slideLayout" Target="../slideLayouts/slideLayout51.xml"/><Relationship Id="rId23" Type="http://schemas.openxmlformats.org/officeDocument/2006/relationships/slideLayout" Target="../slideLayouts/slideLayout50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0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Relationship Id="rId26" Type="http://schemas.openxmlformats.org/officeDocument/2006/relationships/slideLayout" Target="../slideLayouts/slideLayout53.xml"/><Relationship Id="rId25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3.xml"/><Relationship Id="rId29" Type="http://schemas.openxmlformats.org/officeDocument/2006/relationships/slideLayout" Target="../slideLayouts/slideLayout56.xml"/><Relationship Id="rId7" Type="http://schemas.openxmlformats.org/officeDocument/2006/relationships/slideLayout" Target="../slideLayouts/slideLayout34.xml"/><Relationship Id="rId8" Type="http://schemas.openxmlformats.org/officeDocument/2006/relationships/slideLayout" Target="../slideLayouts/slideLayout35.xml"/><Relationship Id="rId31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7.xml"/><Relationship Id="rId32" Type="http://schemas.openxmlformats.org/officeDocument/2006/relationships/theme" Target="../theme/theme3.xml"/><Relationship Id="rId13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4.xml"/><Relationship Id="rId16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/>
          <p:nvPr/>
        </p:nvSpPr>
        <p:spPr>
          <a:xfrm>
            <a:off x="0" y="0"/>
            <a:ext cx="9144000" cy="5143500"/>
          </a:xfrm>
          <a:custGeom>
            <a:rect b="b" l="l" r="r" t="t"/>
            <a:pathLst>
              <a:path extrusionOk="0" h="5143500" w="9144000">
                <a:moveTo>
                  <a:pt x="9143981" y="5143489"/>
                </a:moveTo>
                <a:lnTo>
                  <a:pt x="0" y="5143489"/>
                </a:lnTo>
                <a:lnTo>
                  <a:pt x="0" y="0"/>
                </a:lnTo>
                <a:lnTo>
                  <a:pt x="9143981" y="0"/>
                </a:lnTo>
                <a:lnTo>
                  <a:pt x="9143981" y="5143489"/>
                </a:lnTo>
                <a:close/>
              </a:path>
            </a:pathLst>
          </a:custGeom>
          <a:solidFill>
            <a:srgbClr val="314157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3"/>
          <p:cNvSpPr/>
          <p:nvPr/>
        </p:nvSpPr>
        <p:spPr>
          <a:xfrm>
            <a:off x="6735512" y="3398518"/>
            <a:ext cx="2408470" cy="1744971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3"/>
          <p:cNvSpPr txBox="1"/>
          <p:nvPr>
            <p:ph type="title"/>
          </p:nvPr>
        </p:nvSpPr>
        <p:spPr>
          <a:xfrm>
            <a:off x="554748" y="1580452"/>
            <a:ext cx="8034502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1" i="0" sz="3200" u="none" cap="none" strike="noStrike">
                <a:solidFill>
                  <a:srgbClr val="3895D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" type="body"/>
          </p:nvPr>
        </p:nvSpPr>
        <p:spPr>
          <a:xfrm>
            <a:off x="2544844" y="1130272"/>
            <a:ext cx="5534025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20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1" type="ftr"/>
          </p:nvPr>
        </p:nvSpPr>
        <p:spPr>
          <a:xfrm>
            <a:off x="3108960" y="4783456"/>
            <a:ext cx="292608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3"/>
          <p:cNvSpPr txBox="1"/>
          <p:nvPr>
            <p:ph idx="10" type="dt"/>
          </p:nvPr>
        </p:nvSpPr>
        <p:spPr>
          <a:xfrm>
            <a:off x="45720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2" type="sldNum"/>
          </p:nvPr>
        </p:nvSpPr>
        <p:spPr>
          <a:xfrm>
            <a:off x="6583680" y="4783456"/>
            <a:ext cx="2103120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49" name="Google Shape;4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50" name="Google Shape;50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1" name="Google Shape;51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751266" y="4703631"/>
            <a:ext cx="1392738" cy="3936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324158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7"/>
          <p:cNvSpPr txBox="1"/>
          <p:nvPr>
            <p:ph type="title"/>
          </p:nvPr>
        </p:nvSpPr>
        <p:spPr>
          <a:xfrm>
            <a:off x="311700" y="445025"/>
            <a:ext cx="8520525" cy="5726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896D2"/>
              </a:buClr>
              <a:buSzPts val="2800"/>
              <a:buFont typeface="Fira Sans"/>
              <a:buNone/>
              <a:defRPr b="0" i="0" sz="28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b="0" i="0" sz="2800" u="none" cap="none" strike="noStrike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311700" y="1152475"/>
            <a:ext cx="8520525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Fira Sans"/>
              <a:buChar char="●"/>
              <a:defRPr b="0" i="0" sz="18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●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Fira Sans"/>
              <a:buChar char="○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Fira Sans"/>
              <a:buChar char="■"/>
              <a:defRPr b="0" i="0" sz="14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/>
        </p:txBody>
      </p:sp>
      <p:sp>
        <p:nvSpPr>
          <p:cNvPr id="146" name="Google Shape;146;p17"/>
          <p:cNvSpPr txBox="1"/>
          <p:nvPr>
            <p:ph idx="12" type="sldNum"/>
          </p:nvPr>
        </p:nvSpPr>
        <p:spPr>
          <a:xfrm>
            <a:off x="8556784" y="4749851"/>
            <a:ext cx="548775" cy="39352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FFFFFF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7" name="Google Shape;147;p1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7519000" y="4665900"/>
            <a:ext cx="1572150" cy="4014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  <p:sldLayoutId id="2147483695" r:id="rId18"/>
    <p:sldLayoutId id="2147483696" r:id="rId19"/>
    <p:sldLayoutId id="2147483697" r:id="rId20"/>
    <p:sldLayoutId id="2147483698" r:id="rId21"/>
    <p:sldLayoutId id="2147483699" r:id="rId22"/>
    <p:sldLayoutId id="2147483700" r:id="rId23"/>
    <p:sldLayoutId id="2147483701" r:id="rId24"/>
    <p:sldLayoutId id="2147483702" r:id="rId25"/>
    <p:sldLayoutId id="2147483703" r:id="rId26"/>
    <p:sldLayoutId id="2147483704" r:id="rId27"/>
    <p:sldLayoutId id="2147483705" r:id="rId28"/>
    <p:sldLayoutId id="2147483706" r:id="rId29"/>
    <p:sldLayoutId id="2147483707" r:id="rId30"/>
    <p:sldLayoutId id="2147483708" r:id="rId3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google.com/url?q=https%3A%2F%2Fwww.kaggle.com%2Fdatasets%2Flakshmi25npathi%2Fimdb-dataset-of-50k-movie-reviews" TargetMode="External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rive.google.com/file/d/1hxVh9_iz4sWptR8n4SysCt1Qy9_O33MP/view?usp=sharing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"/>
          <p:cNvSpPr txBox="1"/>
          <p:nvPr>
            <p:ph type="ctrTitle"/>
          </p:nvPr>
        </p:nvSpPr>
        <p:spPr>
          <a:xfrm>
            <a:off x="520475" y="782225"/>
            <a:ext cx="84093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 sz="39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LLM Architecture &amp; Pre-training LLMs</a:t>
            </a:r>
            <a:br>
              <a:rPr lang="en" sz="5400">
                <a:latin typeface="Fira Sans"/>
                <a:ea typeface="Fira Sans"/>
                <a:cs typeface="Fira Sans"/>
                <a:sym typeface="Fira Sans"/>
              </a:rPr>
            </a:br>
            <a:r>
              <a:rPr lang="en" sz="3900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Assignment - Thursday session</a:t>
            </a:r>
            <a:endParaRPr sz="5400"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282" name="Google Shape;282;p1"/>
          <p:cNvSpPr/>
          <p:nvPr/>
        </p:nvSpPr>
        <p:spPr>
          <a:xfrm>
            <a:off x="2230530" y="3087715"/>
            <a:ext cx="4907100" cy="1069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"/>
          <p:cNvSpPr txBox="1"/>
          <p:nvPr/>
        </p:nvSpPr>
        <p:spPr>
          <a:xfrm>
            <a:off x="1059775" y="2209425"/>
            <a:ext cx="71808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1" i="0" lang="en" sz="2500" u="none" cap="none" strike="noStrike">
                <a:solidFill>
                  <a:srgbClr val="3896D2"/>
                </a:solidFill>
                <a:latin typeface="Fira Sans"/>
                <a:ea typeface="Fira Sans"/>
                <a:cs typeface="Fira Sans"/>
                <a:sym typeface="Fira Sans"/>
              </a:rPr>
              <a:t>Movie Review - Sentiment Analysis</a:t>
            </a:r>
            <a:endParaRPr b="0" i="0" sz="600" u="none" cap="none" strike="noStrike">
              <a:solidFill>
                <a:schemeClr val="lt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Objective</a:t>
            </a:r>
            <a:endParaRPr b="1"/>
          </a:p>
        </p:txBody>
      </p:sp>
      <p:sp>
        <p:nvSpPr>
          <p:cNvPr id="289" name="Google Shape;289;p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lt1"/>
                </a:solidFill>
              </a:rPr>
              <a:t>Classify IMDB movie reviews as </a:t>
            </a:r>
            <a:r>
              <a:rPr b="1" lang="en" sz="1600">
                <a:solidFill>
                  <a:schemeClr val="lt1"/>
                </a:solidFill>
              </a:rPr>
              <a:t>positive</a:t>
            </a:r>
            <a:r>
              <a:rPr lang="en" sz="1600">
                <a:solidFill>
                  <a:schemeClr val="lt1"/>
                </a:solidFill>
              </a:rPr>
              <a:t> or </a:t>
            </a:r>
            <a:r>
              <a:rPr b="1" lang="en" sz="1600">
                <a:solidFill>
                  <a:schemeClr val="lt1"/>
                </a:solidFill>
              </a:rPr>
              <a:t>negative</a:t>
            </a:r>
            <a:r>
              <a:rPr lang="en" sz="1600">
                <a:solidFill>
                  <a:schemeClr val="lt1"/>
                </a:solidFill>
              </a:rPr>
              <a:t> using LLMs.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lang="en" sz="1600">
                <a:solidFill>
                  <a:schemeClr val="lt1"/>
                </a:solidFill>
              </a:rPr>
              <a:t>Apply </a:t>
            </a:r>
            <a:r>
              <a:rPr b="1" lang="en" sz="1600">
                <a:solidFill>
                  <a:schemeClr val="lt1"/>
                </a:solidFill>
              </a:rPr>
              <a:t>zero-shot</a:t>
            </a:r>
            <a:r>
              <a:rPr lang="en" sz="1600">
                <a:solidFill>
                  <a:schemeClr val="lt1"/>
                </a:solidFill>
              </a:rPr>
              <a:t> and </a:t>
            </a:r>
            <a:r>
              <a:rPr b="1" lang="en" sz="1600">
                <a:solidFill>
                  <a:schemeClr val="lt1"/>
                </a:solidFill>
              </a:rPr>
              <a:t>few-shot prompting</a:t>
            </a:r>
            <a:r>
              <a:rPr lang="en" sz="1600">
                <a:solidFill>
                  <a:schemeClr val="lt1"/>
                </a:solidFill>
              </a:rPr>
              <a:t> with the </a:t>
            </a:r>
            <a:r>
              <a:rPr i="1" lang="en" sz="1600">
                <a:solidFill>
                  <a:schemeClr val="lt1"/>
                </a:solidFill>
              </a:rPr>
              <a:t>Phi-3-mini-4k-instruct</a:t>
            </a:r>
            <a:r>
              <a:rPr lang="en" sz="1600">
                <a:solidFill>
                  <a:schemeClr val="lt1"/>
                </a:solidFill>
              </a:rPr>
              <a:t> model.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Learn to evaluate accuracy of LLM predictions.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i="1" lang="en" sz="1600">
                <a:solidFill>
                  <a:schemeClr val="lt1"/>
                </a:solidFill>
              </a:rPr>
              <a:t>By the end of this assignment, you will gain hands-on experience with zero/few-shot prompting and understand how LLMs can perform classification without explicit training.</a:t>
            </a:r>
            <a:endParaRPr i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Dataset Overview</a:t>
            </a:r>
            <a:endParaRPr b="1"/>
          </a:p>
        </p:txBody>
      </p:sp>
      <p:sp>
        <p:nvSpPr>
          <p:cNvPr id="295" name="Google Shape;29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Dataset</a:t>
            </a:r>
            <a:r>
              <a:rPr lang="en" sz="1600">
                <a:solidFill>
                  <a:schemeClr val="lt1"/>
                </a:solidFill>
              </a:rPr>
              <a:t>: </a:t>
            </a:r>
            <a:r>
              <a:rPr lang="en" sz="1600" u="sng">
                <a:solidFill>
                  <a:schemeClr val="hlink"/>
                </a:solidFill>
                <a:hlinkClick r:id="rId3"/>
              </a:rPr>
              <a:t>IMDB 50k Movie Review Dataset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Size</a:t>
            </a:r>
            <a:r>
              <a:rPr lang="en" sz="1600">
                <a:solidFill>
                  <a:schemeClr val="lt1"/>
                </a:solidFill>
              </a:rPr>
              <a:t>: 50,000 labeled reviews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Labels</a:t>
            </a:r>
            <a:r>
              <a:rPr lang="en" sz="1600">
                <a:solidFill>
                  <a:schemeClr val="lt1"/>
                </a:solidFill>
              </a:rPr>
              <a:t>: "positive" or "negative"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Sample</a:t>
            </a:r>
            <a:r>
              <a:rPr lang="en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i="1" lang="en" sz="1600">
                <a:solidFill>
                  <a:schemeClr val="lt1"/>
                </a:solidFill>
              </a:rPr>
              <a:t>"The movie was a delightful journey from start to finish." → positive</a:t>
            </a:r>
            <a:endParaRPr i="1"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i="1" lang="en" sz="1600">
                <a:solidFill>
                  <a:schemeClr val="lt1"/>
                </a:solidFill>
              </a:rPr>
              <a:t>"A complete waste of two hours, poorly acted and boring." → negative</a:t>
            </a:r>
            <a:endParaRPr i="1"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600">
              <a:solidFill>
                <a:schemeClr val="lt1"/>
              </a:solidFill>
            </a:endParaRPr>
          </a:p>
        </p:txBody>
      </p:sp>
      <p:pic>
        <p:nvPicPr>
          <p:cNvPr id="296" name="Google Shape;29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52875" y="3401450"/>
            <a:ext cx="5238750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3"/>
          <p:cNvSpPr txBox="1"/>
          <p:nvPr/>
        </p:nvSpPr>
        <p:spPr>
          <a:xfrm>
            <a:off x="9778750" y="2499075"/>
            <a:ext cx="575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Approach – Using LLMs</a:t>
            </a:r>
            <a:endParaRPr b="1"/>
          </a:p>
        </p:txBody>
      </p:sp>
      <p:sp>
        <p:nvSpPr>
          <p:cNvPr id="303" name="Google Shape;303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Traditional ML:</a:t>
            </a:r>
            <a:r>
              <a:rPr lang="en" sz="1600">
                <a:solidFill>
                  <a:schemeClr val="lt1"/>
                </a:solidFill>
              </a:rPr>
              <a:t> Requires feature engineering, preprocessing, and training (e.g., Naïve Bayes, Logistic Regression).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" sz="1600">
                <a:solidFill>
                  <a:schemeClr val="lt1"/>
                </a:solidFill>
              </a:rPr>
              <a:t>LLMs with Prompting: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Work directly with raw text.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Can classify via natural language instructions.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○"/>
            </a:pPr>
            <a:r>
              <a:rPr lang="en" sz="1600">
                <a:solidFill>
                  <a:schemeClr val="lt1"/>
                </a:solidFill>
              </a:rPr>
              <a:t>Two strategies:</a:t>
            </a:r>
            <a:endParaRPr sz="1600">
              <a:solidFill>
                <a:schemeClr val="lt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b="1" lang="en" sz="1600">
                <a:solidFill>
                  <a:schemeClr val="lt1"/>
                </a:solidFill>
              </a:rPr>
              <a:t>Zero-shot:</a:t>
            </a:r>
            <a:r>
              <a:rPr lang="en" sz="1600">
                <a:solidFill>
                  <a:schemeClr val="lt1"/>
                </a:solidFill>
              </a:rPr>
              <a:t> No examples, only task description.</a:t>
            </a:r>
            <a:endParaRPr sz="1600">
              <a:solidFill>
                <a:schemeClr val="lt1"/>
              </a:solidFill>
            </a:endParaRPr>
          </a:p>
          <a:p>
            <a:pPr indent="-3302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Char char="■"/>
            </a:pPr>
            <a:r>
              <a:rPr b="1" lang="en" sz="1600">
                <a:solidFill>
                  <a:schemeClr val="lt1"/>
                </a:solidFill>
              </a:rPr>
              <a:t>Few-shot:</a:t>
            </a:r>
            <a:r>
              <a:rPr lang="en" sz="1600">
                <a:solidFill>
                  <a:schemeClr val="lt1"/>
                </a:solidFill>
              </a:rPr>
              <a:t> Add representative examples to guide the model.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Zero-Shot Prompting</a:t>
            </a:r>
            <a:endParaRPr b="1"/>
          </a:p>
        </p:txBody>
      </p:sp>
      <p:sp>
        <p:nvSpPr>
          <p:cNvPr id="309" name="Google Shape;309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Goal</a:t>
            </a:r>
            <a:r>
              <a:rPr lang="en" sz="1600">
                <a:solidFill>
                  <a:schemeClr val="lt1"/>
                </a:solidFill>
              </a:rPr>
              <a:t>: Predict sentiment without prior examples.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Prompt components</a:t>
            </a:r>
            <a:r>
              <a:rPr lang="en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lt1"/>
                </a:solidFill>
              </a:rPr>
              <a:t>Task instruction: </a:t>
            </a:r>
            <a:r>
              <a:rPr i="1" lang="en" sz="1600">
                <a:solidFill>
                  <a:schemeClr val="lt1"/>
                </a:solidFill>
              </a:rPr>
              <a:t>"Classify the sentiment of this movie review as positive or negative."</a:t>
            </a:r>
            <a:endParaRPr i="1"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lt1"/>
                </a:solidFill>
              </a:rPr>
              <a:t>Input review text.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○"/>
            </a:pPr>
            <a:r>
              <a:rPr lang="en" sz="1600">
                <a:solidFill>
                  <a:schemeClr val="lt1"/>
                </a:solidFill>
              </a:rPr>
              <a:t>Expected output: </a:t>
            </a:r>
            <a:r>
              <a:rPr i="1" lang="en" sz="1600">
                <a:solidFill>
                  <a:schemeClr val="lt1"/>
                </a:solidFill>
              </a:rPr>
              <a:t>positive / negative</a:t>
            </a:r>
            <a:r>
              <a:rPr lang="en" sz="1600">
                <a:solidFill>
                  <a:schemeClr val="lt1"/>
                </a:solidFill>
              </a:rPr>
              <a:t>.</a:t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Few-Shot Prompting</a:t>
            </a:r>
            <a:endParaRPr b="1"/>
          </a:p>
        </p:txBody>
      </p:sp>
      <p:sp>
        <p:nvSpPr>
          <p:cNvPr id="315" name="Google Shape;315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Why Few-shot?</a:t>
            </a:r>
            <a:r>
              <a:rPr lang="en" sz="1600">
                <a:solidFill>
                  <a:schemeClr val="lt1"/>
                </a:solidFill>
              </a:rPr>
              <a:t> Helps the model learn expected responses.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Structure</a:t>
            </a:r>
            <a:r>
              <a:rPr lang="en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Task instruction.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Few labeled examples.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New input review.</a:t>
            </a:r>
            <a:br>
              <a:rPr lang="en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Model Used</a:t>
            </a:r>
            <a:endParaRPr b="1"/>
          </a:p>
        </p:txBody>
      </p:sp>
      <p:sp>
        <p:nvSpPr>
          <p:cNvPr id="321" name="Google Shape;321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Model</a:t>
            </a:r>
            <a:r>
              <a:rPr lang="en" sz="1600">
                <a:solidFill>
                  <a:schemeClr val="lt1"/>
                </a:solidFill>
              </a:rPr>
              <a:t>: microsoft/Phi-3-mini-4k-instruct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b="1" lang="en" sz="1600">
                <a:solidFill>
                  <a:schemeClr val="lt1"/>
                </a:solidFill>
              </a:rPr>
              <a:t>Why Phi-3?</a:t>
            </a:r>
            <a:endParaRPr b="1"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lphaLcPeriod"/>
            </a:pPr>
            <a:r>
              <a:rPr lang="en" sz="1600">
                <a:solidFill>
                  <a:schemeClr val="lt1"/>
                </a:solidFill>
              </a:rPr>
              <a:t>Lightweight &amp; optimized for instruction following.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lphaLcPeriod"/>
            </a:pPr>
            <a:r>
              <a:rPr lang="en" sz="1600">
                <a:solidFill>
                  <a:schemeClr val="lt1"/>
                </a:solidFill>
              </a:rPr>
              <a:t>Good balance of speed &amp; accuracy.</a:t>
            </a:r>
            <a:endParaRPr sz="16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80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  <p:graphicFrame>
        <p:nvGraphicFramePr>
          <p:cNvPr id="322" name="Google Shape;322;p7"/>
          <p:cNvGraphicFramePr/>
          <p:nvPr/>
        </p:nvGraphicFramePr>
        <p:xfrm>
          <a:off x="1050075" y="265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{DD0AE9D5-E0E9-4751-A31D-C17EEE49CFF5}</a:tableStyleId>
              </a:tblPr>
              <a:tblGrid>
                <a:gridCol w="7268875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888888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#Download phi-3 model and its tokenizer from hugging face</a:t>
                      </a:r>
                      <a:endParaRPr sz="1100" u="none" cap="none" strike="noStrike">
                        <a:solidFill>
                          <a:srgbClr val="888888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888888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from transformers import AutoModelForCausalLM, AutoTokenizer</a:t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phi3_model = AutoModelForCausalLM.from_pretrained(</a:t>
                      </a:r>
                      <a:r>
                        <a:rPr lang="en" sz="1100" u="none" cap="none" strike="noStrike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"microsoft/Phi-3-mini-4k-instruct"</a:t>
                      </a: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                              torch_dtype=</a:t>
                      </a:r>
                      <a:r>
                        <a:rPr lang="en" sz="1100" u="none" cap="none" strike="noStrike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"auto"</a:t>
                      </a: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,</a:t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                                              trust_remote_code=True)</a:t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phi3_tokenizer = AutoTokenizer.from_pretrained(</a:t>
                      </a:r>
                      <a:r>
                        <a:rPr lang="en" sz="1100" u="none" cap="none" strike="noStrike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"microsoft/Phi-3-mini-4k-instruct"</a:t>
                      </a:r>
                      <a: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)</a:t>
                      </a:r>
                      <a:endParaRPr sz="1100" u="none" cap="none" strike="noStrike">
                        <a:solidFill>
                          <a:srgbClr val="FFFFFF"/>
                        </a:solidFill>
                        <a:highlight>
                          <a:srgbClr val="333333"/>
                        </a:highlight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br>
                        <a:rPr lang="en" sz="1100" u="none" cap="none" strike="noStrik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</a:br>
                      <a:endParaRPr sz="1100" u="none" cap="none" strike="noStrike"/>
                    </a:p>
                  </a:txBody>
                  <a:tcPr marT="63500" marB="63500" marR="63500" marL="63500">
                    <a:solidFill>
                      <a:srgbClr val="3333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Running Predictions</a:t>
            </a:r>
            <a:endParaRPr b="1"/>
          </a:p>
        </p:txBody>
      </p:sp>
      <p:sp>
        <p:nvSpPr>
          <p:cNvPr id="328" name="Google Shape;328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Steps: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Format prompt (zero-shot or few-shot).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Tokenize prompt and pass to model.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Generate response using LLM.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AutoNum type="arabicPeriod"/>
            </a:pPr>
            <a:r>
              <a:rPr lang="en" sz="1600">
                <a:solidFill>
                  <a:schemeClr val="lt1"/>
                </a:solidFill>
              </a:rPr>
              <a:t>Extract sentiment from response.</a:t>
            </a:r>
            <a:endParaRPr sz="1600">
              <a:solidFill>
                <a:schemeClr val="lt1"/>
              </a:solidFill>
            </a:endParaRPr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Evaluation</a:t>
            </a:r>
            <a:endParaRPr b="1"/>
          </a:p>
        </p:txBody>
      </p:sp>
      <p:sp>
        <p:nvSpPr>
          <p:cNvPr id="334" name="Google Shape;334;p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Evaluate on a sample of the dataset.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Metrics: Accuracy (optionally precision/recall).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●"/>
            </a:pPr>
            <a:r>
              <a:rPr lang="en" sz="1600">
                <a:solidFill>
                  <a:schemeClr val="lt1"/>
                </a:solidFill>
              </a:rPr>
              <a:t>Expected: Few-shot &gt; Zero-shot in accuracy.</a:t>
            </a:r>
            <a:br>
              <a:rPr lang="en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"/>
              <a:t>Key Learnings &amp; Improvements</a:t>
            </a:r>
            <a:endParaRPr b="1"/>
          </a:p>
        </p:txBody>
      </p:sp>
      <p:sp>
        <p:nvSpPr>
          <p:cNvPr id="340" name="Google Shape;340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Learnings</a:t>
            </a:r>
            <a:r>
              <a:rPr lang="en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LLMs can perform sentiment analysis without training.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Few-shot prompting improves reliability.</a:t>
            </a:r>
            <a:endParaRPr sz="1600">
              <a:solidFill>
                <a:schemeClr val="lt1"/>
              </a:solidFill>
            </a:endParaRPr>
          </a:p>
          <a:p>
            <a:pPr indent="-3302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Char char="●"/>
            </a:pPr>
            <a:r>
              <a:rPr b="1" lang="en" sz="1600">
                <a:solidFill>
                  <a:schemeClr val="lt1"/>
                </a:solidFill>
              </a:rPr>
              <a:t>Potential Improvements</a:t>
            </a:r>
            <a:r>
              <a:rPr lang="en" sz="1600">
                <a:solidFill>
                  <a:schemeClr val="lt1"/>
                </a:solidFill>
              </a:rPr>
              <a:t>: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Add more examples.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Try chain-of-thought prompting.</a:t>
            </a:r>
            <a:endParaRPr sz="1600">
              <a:solidFill>
                <a:schemeClr val="lt1"/>
              </a:solidFill>
            </a:endParaRPr>
          </a:p>
          <a:p>
            <a:pPr indent="-3302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Fira Sans"/>
              <a:buChar char="○"/>
            </a:pPr>
            <a:r>
              <a:rPr lang="en" sz="1600">
                <a:solidFill>
                  <a:schemeClr val="lt1"/>
                </a:solidFill>
              </a:rPr>
              <a:t>Fine-tune for domain-specific language.</a:t>
            </a:r>
            <a:br>
              <a:rPr lang="en" sz="1600">
                <a:solidFill>
                  <a:schemeClr val="lt1"/>
                </a:solidFill>
              </a:rPr>
            </a:br>
            <a:endParaRPr sz="16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6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"/>
          <p:cNvSpPr txBox="1"/>
          <p:nvPr>
            <p:ph type="title"/>
          </p:nvPr>
        </p:nvSpPr>
        <p:spPr>
          <a:xfrm>
            <a:off x="161850" y="2199000"/>
            <a:ext cx="8820300" cy="74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 sz="3100"/>
              <a:t>👉</a:t>
            </a:r>
            <a:r>
              <a:rPr lang="en"/>
              <a:t>  </a:t>
            </a:r>
            <a:r>
              <a:rPr b="1" lang="en" sz="4000" u="sng">
                <a:solidFill>
                  <a:schemeClr val="hlink"/>
                </a:solidFill>
                <a:hlinkClick r:id="rId3"/>
              </a:rPr>
              <a:t>Google Colab / Jupyter Notebook</a:t>
            </a:r>
            <a:endParaRPr b="1" sz="4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2"/>
          <p:cNvSpPr txBox="1"/>
          <p:nvPr>
            <p:ph idx="12" type="sldNum"/>
          </p:nvPr>
        </p:nvSpPr>
        <p:spPr>
          <a:xfrm>
            <a:off x="11409045" y="6333135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38025" y="242250"/>
            <a:ext cx="4838697" cy="4838697"/>
          </a:xfrm>
          <a:prstGeom prst="cloud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IK.Presentation.Theme.1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IK PPT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